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Bahnschrift" panose="020B0502040204020203" pitchFamily="34" charset="0"/>
      <p:regular r:id="rId6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30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9882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733057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Core Objectives: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4036" y="152531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Track Emissions</a:t>
            </a: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– Energy, transport, fuel, waste, logistics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4035" y="216969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Visualize Impact</a:t>
            </a: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– Role-based dashboards, trends &amp; comparisons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4034" y="278055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Set &amp; Monitor Goals</a:t>
            </a: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– SMART targets, progress bars, achievements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4037" y="342493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Provide Guidance</a:t>
            </a: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– Tailored sustainability tips &amp; best practices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4037" y="413798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Support Reporting</a:t>
            </a: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– Data exports &amp; compliance tools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4034" y="5118811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Target Impact: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4037" y="591854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chemeClr val="bg2">
                    <a:lumMod val="90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Carbon emission reduction</a:t>
            </a:r>
            <a:endParaRPr lang="en-US" sz="1900" dirty="0">
              <a:solidFill>
                <a:schemeClr val="bg2">
                  <a:lumMod val="9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4037" y="647640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Stronger </a:t>
            </a:r>
            <a:r>
              <a:rPr lang="en-US" sz="1900" b="1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environmental awareness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4033" y="703426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Enable corporate sustainability reporting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pic>
        <p:nvPicPr>
          <p:cNvPr id="14" name="Picture 13" descr="A yellow sign with a car and arrow&#10;&#10;AI-generated content may be incorrect.">
            <a:extLst>
              <a:ext uri="{FF2B5EF4-FFF2-40B4-BE49-F238E27FC236}">
                <a16:creationId xmlns:a16="http://schemas.microsoft.com/office/drawing/2014/main" id="{5FD22550-17FC-65AE-52F9-61EAF1055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901" y="3444220"/>
            <a:ext cx="5991870" cy="3508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071" y="1326216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Core Technologies</a:t>
            </a:r>
            <a:endParaRPr lang="en-US" sz="43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904503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Frontend</a:t>
            </a: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: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4037" y="366253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React 18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4037" y="441050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TypeScript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6417" y="5156762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Tailwind CSS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6417" y="5948751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Recharts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32089" y="2842978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Backend: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39064" y="363644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Node.js + Express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31444" y="4388586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MySQL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444" y="510202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Drizzle ORM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1444" y="5867441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JWT Authentication</a:t>
            </a:r>
            <a:endParaRPr lang="en-US" sz="1900" dirty="0">
              <a:latin typeface="Bahnschrift" panose="020B0502040204020203" pitchFamily="34" charset="0"/>
            </a:endParaRPr>
          </a:p>
        </p:txBody>
      </p:sp>
      <p:pic>
        <p:nvPicPr>
          <p:cNvPr id="16" name="Picture 15" descr="A yellow atom symbol with a dot">
            <a:extLst>
              <a:ext uri="{FF2B5EF4-FFF2-40B4-BE49-F238E27FC236}">
                <a16:creationId xmlns:a16="http://schemas.microsoft.com/office/drawing/2014/main" id="{BBE62C7E-09B9-3334-DBBA-CE2141CA9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900" y="921759"/>
            <a:ext cx="5380646" cy="33295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 descr="A yellow logo on a black background&#10;&#10;AI-generated content may be incorrect.">
            <a:extLst>
              <a:ext uri="{FF2B5EF4-FFF2-40B4-BE49-F238E27FC236}">
                <a16:creationId xmlns:a16="http://schemas.microsoft.com/office/drawing/2014/main" id="{E9055A1A-0EB5-5418-7533-D649FCC37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891" y="3683408"/>
            <a:ext cx="3399205" cy="400662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 descr="A yellow padlock on a black background&#10;&#10;AI-generated content may be incorrect.">
            <a:extLst>
              <a:ext uri="{FF2B5EF4-FFF2-40B4-BE49-F238E27FC236}">
                <a16:creationId xmlns:a16="http://schemas.microsoft.com/office/drawing/2014/main" id="{1290C134-328A-B6D0-1629-777953747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3870" y="2398965"/>
            <a:ext cx="2242922" cy="29560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575" y="798612"/>
            <a:ext cx="3826193" cy="478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Project Progress</a:t>
            </a:r>
            <a:endParaRPr lang="en-US" sz="44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2575" y="1209913"/>
            <a:ext cx="3562112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>
              <a:solidFill>
                <a:schemeClr val="bg2">
                  <a:lumMod val="9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75" y="1850708"/>
            <a:ext cx="860822" cy="26402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5562" y="2022872"/>
            <a:ext cx="1913096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Fully Implemented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35562" y="2365177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Authentication &amp; user roles (Individual, Company, Admin)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35562" y="2700814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Emission logging with categories &amp; subcategories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35562" y="3036451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Automatic CO₂ factor-based calculations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35562" y="3372088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Dashboards with charts &amp; responsive design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35562" y="3707725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Goal setting &amp; tracking with achievements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35562" y="4043363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Sustainability tips (role &amp; category-based)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75" y="4490918"/>
            <a:ext cx="860822" cy="1297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35562" y="4616649"/>
            <a:ext cx="222754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 Partially Implemented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635562" y="5005388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Profile management (basic)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635562" y="5341025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Data export (CSV ready, PDF in progress)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75" y="5788581"/>
            <a:ext cx="860822" cy="19689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35562" y="5960745"/>
            <a:ext cx="197834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Planned Next Phase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635562" y="6303050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Advanced analytics &amp; benchmarking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635562" y="6638687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Enhanced reporting &amp; exports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635562" y="6974324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Notifications &amp; reminders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635562" y="7309961"/>
            <a:ext cx="1239226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What-if scenario modeling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3" name="Picture 22" descr="A yellow circle with text&#10;&#10;AI-generated content may be incorrect.">
            <a:extLst>
              <a:ext uri="{FF2B5EF4-FFF2-40B4-BE49-F238E27FC236}">
                <a16:creationId xmlns:a16="http://schemas.microsoft.com/office/drawing/2014/main" id="{6315B47A-F3F4-CF81-F5E8-58F921B36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693" y="1078979"/>
            <a:ext cx="5906324" cy="633500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171</Words>
  <Application>Microsoft Office PowerPoint</Application>
  <PresentationFormat>Custom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Bahnschrift</vt:lpstr>
      <vt:lpstr>Comfortaa 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Polisetti Bharath</cp:lastModifiedBy>
  <cp:revision>14</cp:revision>
  <dcterms:created xsi:type="dcterms:W3CDTF">2025-09-22T18:12:24Z</dcterms:created>
  <dcterms:modified xsi:type="dcterms:W3CDTF">2025-09-22T19:03:44Z</dcterms:modified>
</cp:coreProperties>
</file>